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8" r:id="rId9"/>
    <p:sldId id="269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73096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76306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99688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49623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0200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7551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53946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61583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3567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2042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6446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3EE3E-9011-4C2F-8FB2-DA4F65FA8505}" type="datetimeFigureOut">
              <a:rPr lang="zh-CN" altLang="en-US" smtClean="0"/>
              <a:pPr/>
              <a:t>2021/11/29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E6BE-D2CD-447F-B9F4-A66B08D8B16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7644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暴风截图202111294566153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32656"/>
            <a:ext cx="9144000" cy="1512168"/>
          </a:xfrm>
        </p:spPr>
        <p:txBody>
          <a:bodyPr>
            <a:noAutofit/>
          </a:bodyPr>
          <a:lstStyle/>
          <a:p>
            <a:r>
              <a:rPr lang="en-US" altLang="zh-CN" sz="77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A Rat and A Snake</a:t>
            </a:r>
            <a:endParaRPr lang="zh-CN" altLang="en-US" sz="77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15616" y="2060848"/>
            <a:ext cx="4824536" cy="720080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zh-CN" altLang="en-US" sz="3600" b="1" dirty="0" smtClean="0">
                <a:solidFill>
                  <a:srgbClr val="002060"/>
                </a:solidFill>
              </a:rPr>
              <a:t>演讲</a:t>
            </a:r>
            <a:r>
              <a:rPr lang="zh-CN" altLang="en-US" sz="3600" b="1" smtClean="0">
                <a:solidFill>
                  <a:srgbClr val="002060"/>
                </a:solidFill>
              </a:rPr>
              <a:t>人</a:t>
            </a:r>
            <a:r>
              <a:rPr lang="zh-CN" altLang="en-US" sz="3600" b="1" smtClean="0">
                <a:solidFill>
                  <a:srgbClr val="002060"/>
                </a:solidFill>
              </a:rPr>
              <a:t>：</a:t>
            </a:r>
            <a:endParaRPr lang="zh-CN" alt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3743677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Desktop\PPT\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699792" y="4293096"/>
            <a:ext cx="58614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Snake: I’m hungry. Mmm… </a:t>
            </a:r>
            <a:endParaRPr lang="zh-CN" altLang="zh-CN" sz="3600" dirty="0" smtClean="0"/>
          </a:p>
          <a:p>
            <a:r>
              <a:rPr lang="en-US" altLang="zh-CN" sz="3600" b="1" dirty="0" smtClean="0"/>
              <a:t>     	  Here comes some tasty </a:t>
            </a:r>
          </a:p>
          <a:p>
            <a:r>
              <a:rPr lang="en-US" altLang="zh-CN" sz="3600" b="1" dirty="0" smtClean="0"/>
              <a:t>	  food. Now I can eat.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385478695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708920"/>
            <a:ext cx="5148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Rat: Dear snake, wait a minute. </a:t>
            </a:r>
          </a:p>
          <a:p>
            <a:r>
              <a:rPr lang="en-US" altLang="zh-CN" sz="2800" b="1" dirty="0" smtClean="0"/>
              <a:t>         I can do things for you.</a:t>
            </a:r>
            <a:endParaRPr lang="zh-CN" altLang="zh-CN" sz="2800" dirty="0"/>
          </a:p>
        </p:txBody>
      </p:sp>
    </p:spTree>
    <p:extLst>
      <p:ext uri="{BB962C8B-B14F-4D97-AF65-F5344CB8AC3E}">
        <p14:creationId xmlns:p14="http://schemas.microsoft.com/office/powerpoint/2010/main" xmlns="" val="3854786958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Desktop\PPT\0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23528" y="1484784"/>
            <a:ext cx="51845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Snake: Oh! What can you do? </a:t>
            </a:r>
          </a:p>
          <a:p>
            <a:r>
              <a:rPr lang="en-US" altLang="zh-CN" sz="3200" b="1" dirty="0" smtClean="0"/>
              <a:t>              Can you sing? </a:t>
            </a:r>
          </a:p>
          <a:p>
            <a:r>
              <a:rPr lang="en-US" altLang="zh-CN" sz="3200" b="1" dirty="0" smtClean="0"/>
              <a:t>      Rat: Yes, I can.</a:t>
            </a:r>
            <a:endParaRPr lang="zh-CN" altLang="zh-CN" sz="3200" dirty="0" smtClean="0"/>
          </a:p>
          <a:p>
            <a:endParaRPr lang="zh-CN" altLang="en-US" sz="2400" dirty="0" smtClean="0"/>
          </a:p>
          <a:p>
            <a:endParaRPr lang="zh-CN" altLang="zh-CN" sz="24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037057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00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96752"/>
            <a:ext cx="59280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Snake: Can you dance?</a:t>
            </a:r>
            <a:endParaRPr lang="zh-CN" altLang="zh-CN" sz="3600" dirty="0" smtClean="0"/>
          </a:p>
          <a:p>
            <a:r>
              <a:rPr lang="en-US" altLang="zh-CN" sz="3600" b="1" dirty="0" smtClean="0"/>
              <a:t>Rat: Yes, I can. Let me go. </a:t>
            </a:r>
          </a:p>
          <a:p>
            <a:r>
              <a:rPr lang="en-US" altLang="zh-CN" sz="3600" b="1" dirty="0" smtClean="0"/>
              <a:t>         Then I can dance for you.</a:t>
            </a:r>
            <a:endParaRPr lang="zh-CN" altLang="zh-CN" sz="36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037057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00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520" y="3573016"/>
            <a:ext cx="5147115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206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Snake: Let me see. There is a lake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206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	  near here. Can you swim?</a:t>
            </a:r>
            <a:endParaRPr lang="en-US" altLang="zh-CN" sz="2800" dirty="0" smtClean="0">
              <a:solidFill>
                <a:srgbClr val="002060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206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     Rat: No! Don</a:t>
            </a:r>
            <a:r>
              <a:rPr lang="en-US" altLang="zh-CN" sz="2800" b="1" dirty="0" smtClean="0">
                <a:solidFill>
                  <a:srgbClr val="002060"/>
                </a:solidFill>
                <a:latin typeface="Arial"/>
                <a:ea typeface="宋体" pitchFamily="2" charset="-122"/>
                <a:cs typeface="宋体" pitchFamily="2" charset="-122"/>
              </a:rPr>
              <a:t>’</a:t>
            </a:r>
            <a:r>
              <a:rPr lang="en-US" altLang="zh-CN" sz="2800" b="1" dirty="0" smtClean="0">
                <a:solidFill>
                  <a:srgbClr val="00206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t throw me into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206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	  the lake, please!</a:t>
            </a:r>
            <a:endParaRPr lang="en-US" altLang="zh-CN" sz="2800" dirty="0" smtClean="0">
              <a:solidFill>
                <a:srgbClr val="002060"/>
              </a:solidFill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42451756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171400"/>
            <a:ext cx="9144000" cy="7029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7624" y="3645024"/>
            <a:ext cx="54429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Rat: Haha! Silly snake! </a:t>
            </a:r>
          </a:p>
          <a:p>
            <a:r>
              <a:rPr lang="en-US" altLang="zh-CN" sz="3600" b="1" dirty="0" smtClean="0"/>
              <a:t>         Now I can swim away. </a:t>
            </a:r>
          </a:p>
          <a:p>
            <a:r>
              <a:rPr lang="en-US" altLang="zh-CN" sz="3600" b="1" dirty="0" smtClean="0"/>
              <a:t>         Bye!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342451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2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521272" y="3789040"/>
            <a:ext cx="18473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zh-CN" altLang="en-US" sz="66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5301208"/>
            <a:ext cx="3292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Snake: Really?...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xmlns="" val="43211772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21272" y="3789040"/>
            <a:ext cx="18473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zh-CN" altLang="en-US" sz="66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pic>
        <p:nvPicPr>
          <p:cNvPr id="10" name="图片 9" descr="1111111111111111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63688" y="1700808"/>
            <a:ext cx="49846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dirty="0" smtClean="0">
                <a:solidFill>
                  <a:srgbClr val="C00000"/>
                </a:solidFill>
              </a:rPr>
              <a:t>THANK  YOU</a:t>
            </a:r>
            <a:endParaRPr lang="zh-CN" altLang="en-US" sz="72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23928" y="4149080"/>
            <a:ext cx="33573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 smtClean="0">
                <a:solidFill>
                  <a:srgbClr val="C00000"/>
                </a:solidFill>
              </a:rPr>
              <a:t>see you again</a:t>
            </a:r>
            <a:endParaRPr lang="zh-CN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211772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uild="allAtOnce"/>
      <p:bldP spid="12" grpId="0" build="allAtOnce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117</Words>
  <Application>Microsoft Office PowerPoint</Application>
  <PresentationFormat>全屏显示(4:3)</PresentationFormat>
  <Paragraphs>24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主题​​</vt:lpstr>
      <vt:lpstr>A Rat and A Snake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dreamsummit</cp:lastModifiedBy>
  <cp:revision>37</cp:revision>
  <dcterms:created xsi:type="dcterms:W3CDTF">2021-10-18T12:11:42Z</dcterms:created>
  <dcterms:modified xsi:type="dcterms:W3CDTF">2021-11-29T14:09:28Z</dcterms:modified>
</cp:coreProperties>
</file>